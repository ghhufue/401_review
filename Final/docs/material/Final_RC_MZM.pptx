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05" r:id="rId5"/>
    <p:sldId id="296" r:id="rId6"/>
    <p:sldId id="403" r:id="rId7"/>
    <p:sldId id="402" r:id="rId8"/>
    <p:sldId id="414" r:id="rId9"/>
    <p:sldId id="384" r:id="rId10"/>
    <p:sldId id="428" r:id="rId11"/>
    <p:sldId id="383" r:id="rId12"/>
    <p:sldId id="396" r:id="rId13"/>
    <p:sldId id="426" r:id="rId14"/>
    <p:sldId id="427" r:id="rId15"/>
    <p:sldId id="418" r:id="rId16"/>
    <p:sldId id="413" r:id="rId17"/>
    <p:sldId id="376" r:id="rId18"/>
    <p:sldId id="416" r:id="rId19"/>
    <p:sldId id="419" r:id="rId20"/>
    <p:sldId id="420" r:id="rId21"/>
    <p:sldId id="294" r:id="rId2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9" autoAdjust="0"/>
    <p:restoredTop sz="94879" autoAdjust="0"/>
  </p:normalViewPr>
  <p:slideViewPr>
    <p:cSldViewPr snapToGrid="0">
      <p:cViewPr varScale="1">
        <p:scale>
          <a:sx n="70" d="100"/>
          <a:sy n="70" d="100"/>
        </p:scale>
        <p:origin x="63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39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79A58FD6-9F9D-472F-BAC5-DC79AF0F874E}" type="datetime1">
              <a:rPr lang="zh-CN" altLang="en-US" smtClean="0"/>
              <a:t>2026/7/29</a:t>
            </a:fld>
            <a:endParaRPr 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17369B77-94AB-0344-9EBF-9DB9EE8D3ABC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8D0F44F8-7870-48E0-8D1F-45263C5C7300}" type="datetime1">
              <a:rPr lang="zh-CN" altLang="en-US" smtClean="0"/>
              <a:t>2026/7/29</a:t>
            </a:fld>
            <a:endParaRPr 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0775476F-A808-1F46-A368-07984F6DA22E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077552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0775476F-A808-1F46-A368-07984F6DA22E}" type="slidenum">
              <a:rPr 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27023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18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950100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包含文字、植物的图片&#10;&#10;说明已自动生成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椭圆形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 descr="包含文字的图片&#10;&#10;说明已自动生成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椭圆形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3" name="图片 12" descr="包含陶瓷、瓷器的图片&#10;&#10;说明已自动生成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rtlCol="0" anchor="b">
            <a:noAutofit/>
          </a:bodyPr>
          <a:lstStyle>
            <a:lvl1pPr algn="ctr">
              <a:defRPr lang="zh-CN" sz="4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 rtlCol="0"/>
          <a:lstStyle>
            <a:lvl1pPr marL="0" indent="0" algn="ctr">
              <a:buNone/>
              <a:defRPr lang="zh-CN" sz="2400"/>
            </a:lvl1pPr>
            <a:lvl2pPr marL="457200" indent="0" algn="ctr">
              <a:buNone/>
              <a:defRPr lang="zh-CN" sz="2000"/>
            </a:lvl2pPr>
            <a:lvl3pPr marL="914400" indent="0" algn="ctr">
              <a:buNone/>
              <a:defRPr lang="zh-CN" sz="1800"/>
            </a:lvl3pPr>
            <a:lvl4pPr marL="1371600" indent="0" algn="ctr">
              <a:buNone/>
              <a:defRPr lang="zh-CN" sz="1600"/>
            </a:lvl4pPr>
            <a:lvl5pPr marL="1828800" indent="0" algn="ctr">
              <a:buNone/>
              <a:defRPr lang="zh-CN" sz="1600"/>
            </a:lvl5pPr>
            <a:lvl6pPr marL="2286000" indent="0" algn="ctr">
              <a:buNone/>
              <a:defRPr lang="zh-CN" sz="1600"/>
            </a:lvl6pPr>
            <a:lvl7pPr marL="2743200" indent="0" algn="ctr">
              <a:buNone/>
              <a:defRPr lang="zh-CN" sz="1600"/>
            </a:lvl7pPr>
            <a:lvl8pPr marL="3200400" indent="0" algn="ctr">
              <a:buNone/>
              <a:defRPr lang="zh-CN" sz="1600"/>
            </a:lvl8pPr>
            <a:lvl9pPr marL="3657600" indent="0" algn="ctr">
              <a:buNone/>
              <a:defRPr lang="zh-CN" sz="1600"/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包含织物的图片&#10;&#10;说明已自动生成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长方形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3" name="图片 12" descr="一簇花&#10;&#10;自动生成的可信度较低的说明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  <p:sp>
        <p:nvSpPr>
          <p:cNvPr id="32" name="内容占位符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lang="zh-CN" sz="2400"/>
            </a:lvl1pPr>
            <a:lvl2pPr marL="228600">
              <a:buClr>
                <a:srgbClr val="73292A"/>
              </a:buClr>
              <a:defRPr lang="zh-CN" sz="2000"/>
            </a:lvl2pPr>
            <a:lvl3pPr marL="685800">
              <a:buClr>
                <a:srgbClr val="73292A"/>
              </a:buClr>
              <a:defRPr lang="zh-CN" sz="1800"/>
            </a:lvl3pPr>
            <a:lvl4pPr marL="1143000">
              <a:buClr>
                <a:srgbClr val="73292A"/>
              </a:buClr>
              <a:defRPr lang="zh-CN" sz="1600"/>
            </a:lvl4pPr>
            <a:lvl5pPr marL="1600200">
              <a:buClr>
                <a:srgbClr val="73292A"/>
              </a:buClr>
              <a:defRPr lang="zh-CN" sz="16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pic>
        <p:nvPicPr>
          <p:cNvPr id="6" name="图片 5" descr="包含花朵、植物的图片&#10;&#10;说明已自动生成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文本占位符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zh-CN" sz="30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bg1"/>
              </a:solidFill>
            </a:endParaRPr>
          </a:p>
        </p:txBody>
      </p:sp>
      <p:sp>
        <p:nvSpPr>
          <p:cNvPr id="9" name="长方形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1" name="图片 10" descr="包含软体动物、昆虫的图片&#10;&#10;说明已自动生成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 rtlCol="0"/>
          <a:lstStyle>
            <a:lvl1pPr algn="ctr">
              <a:defRPr lang="zh-CN">
                <a:latin typeface="Microsoft YaHei UI" panose="02020502070401020303" pitchFamily="18" charset="0"/>
                <a:ea typeface="Microsoft YaHei UI" panose="02020502070401020303" pitchFamily="18" charset="0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zh-CN" sz="20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lang="zh-CN" sz="18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2pPr>
            <a:lvl3pPr algn="ctr">
              <a:defRPr lang="zh-CN" sz="16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3pPr>
            <a:lvl4pPr algn="ctr">
              <a:defRPr lang="zh-CN" sz="14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4pPr>
            <a:lvl5pPr algn="ctr">
              <a:defRPr lang="zh-CN" sz="14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方形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1" name="图片 10" descr="植物的特写&#10;&#10;自动生成的可信度较低的说明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图片 8" descr="包含被褥、织物的图片&#10;&#10;说明已自动生成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长方形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latin typeface="Microsoft YaHei UI Light" panose="020B0302020104020203" pitchFamily="34" charset="-79"/>
              <a:ea typeface="Microsoft YaHei UI Light"/>
              <a:cs typeface="Gill Sans Light" panose="020B0302020104020203" pitchFamily="34" charset="-79"/>
            </a:endParaRPr>
          </a:p>
        </p:txBody>
      </p:sp>
      <p:pic>
        <p:nvPicPr>
          <p:cNvPr id="15" name="图片 14" descr="包含陶瓷、瓷器的图片&#10;&#10;说明已自动生成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图片 16" descr="包含文字的图片&#10;&#10;说明已自动生成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rtlCol="0" anchor="b">
            <a:normAutofit/>
          </a:bodyPr>
          <a:lstStyle>
            <a:lvl1pPr algn="ctr">
              <a:defRPr lang="zh-CN" sz="4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rtlCol="0" anchor="ctr"/>
          <a:lstStyle>
            <a:lvl1pPr marL="0" indent="0" algn="ctr">
              <a:buNone/>
              <a:defRPr lang="zh-CN"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lang="zh-CN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 rtlCol="0"/>
          <a:lstStyle>
            <a:lvl1pPr algn="ctr">
              <a:defRPr lang="zh-CN">
                <a:latin typeface="Microsoft YaHei UI" panose="02020502070401020303" pitchFamily="18" charset="0"/>
                <a:ea typeface="Microsoft YaHei UI" panose="02020502070401020303" pitchFamily="18" charset="0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 rtlCol="0"/>
          <a:lstStyle>
            <a:lvl1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  <a:lvl2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2pPr>
            <a:lvl3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3pPr>
            <a:lvl4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4pPr>
            <a:lvl5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绿色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 rtlCol="0"/>
          <a:lstStyle>
            <a:lvl1pPr algn="ctr">
              <a:defRPr lang="zh-CN">
                <a:latin typeface="Microsoft YaHei UI" panose="02020502070401020303" pitchFamily="18" charset="0"/>
                <a:ea typeface="Microsoft YaHei UI" panose="02020502070401020303" pitchFamily="18" charset="0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 rtlCol="0"/>
          <a:lstStyle>
            <a:lvl1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  <a:lvl2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2pPr>
            <a:lvl3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3pPr>
            <a:lvl4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4pPr>
            <a:lvl5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8" name="图片 7" descr="包含织物的图片&#10;&#10;说明已自动生成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长方形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6" name="图片 15" descr="包含花朵、植物的图片&#10;&#10;说明已自动生成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图片 18" descr="包含软体动物、昆虫的图片&#10;&#10;说明已自动生成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rtlCol="0" anchor="t">
            <a:normAutofit/>
          </a:bodyPr>
          <a:lstStyle>
            <a:lvl1pPr algn="ctr">
              <a:defRPr lang="zh-CN" sz="4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rtlCol="0" anchor="ctr"/>
          <a:lstStyle>
            <a:lvl1pPr marL="0" indent="0" algn="ctr">
              <a:buNone/>
              <a:defRPr lang="zh-CN" sz="2400">
                <a:solidFill>
                  <a:schemeClr val="accent3"/>
                </a:solidFill>
              </a:defRPr>
            </a:lvl1pPr>
            <a:lvl2pPr marL="457200" indent="0">
              <a:buNone/>
              <a:defRPr lang="zh-CN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7" name="文本占位符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 rtlCol="0">
            <a:noAutofit/>
          </a:bodyPr>
          <a:lstStyle>
            <a:lvl1pPr marL="0" indent="0">
              <a:buNone/>
              <a:defRPr lang="zh-CN" sz="14000" b="1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”</a:t>
            </a:r>
          </a:p>
        </p:txBody>
      </p:sp>
      <p:sp>
        <p:nvSpPr>
          <p:cNvPr id="28" name="文本占位符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 rtlCol="0">
            <a:noAutofit/>
          </a:bodyPr>
          <a:lstStyle>
            <a:lvl1pPr marL="0" indent="0">
              <a:buNone/>
              <a:defRPr lang="zh-CN" sz="14000" b="1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0" name="图片 9" descr="包含软体动物、昆虫的图片&#10;&#10;说明已自动生成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22" name="图片占位符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1" name="文本占位符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1" name="图片占位符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3" name="文本占位符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0" name="图片占位符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5" name="文本占位符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7" name="文本占位符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0" name="图片 9" descr="包含软体动物、昆虫的图片&#10;&#10;说明已自动生成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22" name="图片占位符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1" name="文本占位符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6" name="图片占位符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5" name="文本占位符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4" name="文本占位符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1" name="图片占位符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3" name="文本占位符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6" name="图片占位符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3" name="文本占位符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8" name="文本占位符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0" name="图片占位符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5" name="文本占位符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4" name="图片占位符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7" name="文本占位符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7" name="文本占位符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7" name="图片占位符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2" name="文本占位符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602020104020203" pitchFamily="34" charset="0"/>
                <a:ea typeface="Microsoft YaHei UI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1" name="文本占位符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9" name="图片 8" descr="包含织物的图片&#10;&#10;说明已自动生成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长方形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3" name="图片 12" descr="包含花朵、植物的图片&#10;&#10;说明已自动生成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 rtlCol="0"/>
          <a:lstStyle>
            <a:lvl1pPr algn="ctr">
              <a:defRPr lang="zh-CN">
                <a:latin typeface="Microsoft YaHei UI" panose="02020502070401020303" pitchFamily="18" charset="0"/>
                <a:ea typeface="Microsoft YaHei UI" panose="02020502070401020303" pitchFamily="18" charset="0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 rtlCol="0"/>
          <a:lstStyle>
            <a:lvl1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  <a:lvl2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2pPr>
            <a:lvl3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3pPr>
            <a:lvl4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4pPr>
            <a:lvl5pPr>
              <a:defRPr lang="zh-CN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布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0" name="图片 9" descr="包含软体动物、昆虫的图片&#10;&#10;说明已自动生成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长方形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36" name="图片 35" descr="树的特写&#10;&#10;自动生成的中等可信度的说明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rtlCol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0" name="内容占位符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 rtlCol="0"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rtlCol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2" name="内容占位符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 rtlCol="0">
            <a:normAutofit/>
          </a:bodyPr>
          <a:lstStyle>
            <a:lvl1pPr>
              <a:buClr>
                <a:srgbClr val="73292A"/>
              </a:buClr>
              <a:defRPr lang="zh-CN" sz="1600"/>
            </a:lvl1pPr>
            <a:lvl2pPr>
              <a:buClr>
                <a:srgbClr val="73292A"/>
              </a:buClr>
              <a:defRPr lang="zh-CN" sz="1400"/>
            </a:lvl2pPr>
            <a:lvl3pPr>
              <a:buClr>
                <a:srgbClr val="73292A"/>
              </a:buClr>
              <a:defRPr lang="zh-CN" sz="1200"/>
            </a:lvl3pPr>
            <a:lvl4pPr>
              <a:buClr>
                <a:srgbClr val="73292A"/>
              </a:buClr>
              <a:defRPr lang="zh-CN" sz="1100"/>
            </a:lvl4pPr>
            <a:lvl5pPr>
              <a:buClr>
                <a:srgbClr val="73292A"/>
              </a:buClr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pic>
        <p:nvPicPr>
          <p:cNvPr id="38" name="图片 37" descr="一簇花&#10;&#10;自动生成的可信度较低的说明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zh-CN" sz="30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包含软体动物、昆虫的图片&#10;&#10;说明已自动生成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rtlCol="0" anchor="b">
            <a:normAutofit/>
          </a:bodyPr>
          <a:lstStyle>
            <a:lvl1pPr marL="0" indent="0"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 rtlCol="0"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rtlCol="0" anchor="b">
            <a:normAutofit/>
          </a:bodyPr>
          <a:lstStyle>
            <a:lvl1pPr marL="0" indent="0"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 rtlCol="0">
            <a:normAutofit/>
          </a:bodyPr>
          <a:lstStyle>
            <a:lvl1pPr>
              <a:buClr>
                <a:srgbClr val="73292A"/>
              </a:buClr>
              <a:defRPr lang="zh-CN" sz="1600"/>
            </a:lvl1pPr>
            <a:lvl2pPr>
              <a:buClr>
                <a:srgbClr val="73292A"/>
              </a:buClr>
              <a:defRPr lang="zh-CN" sz="1400"/>
            </a:lvl2pPr>
            <a:lvl3pPr>
              <a:buClr>
                <a:srgbClr val="73292A"/>
              </a:buClr>
              <a:defRPr lang="zh-CN" sz="1200"/>
            </a:lvl3pPr>
            <a:lvl4pPr>
              <a:buClr>
                <a:srgbClr val="73292A"/>
              </a:buClr>
              <a:defRPr lang="zh-CN" sz="1100"/>
            </a:lvl4pPr>
            <a:lvl5pPr>
              <a:buClr>
                <a:srgbClr val="73292A"/>
              </a:buClr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  <p:sp>
        <p:nvSpPr>
          <p:cNvPr id="15" name="文本占位符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rtlCol="0" anchor="b">
            <a:normAutofit/>
          </a:bodyPr>
          <a:lstStyle>
            <a:lvl1pPr marL="0" indent="0"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6" name="内容占位符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 rtlCol="0">
            <a:normAutofit/>
          </a:bodyPr>
          <a:lstStyle>
            <a:lvl1pPr>
              <a:buClr>
                <a:srgbClr val="73292A"/>
              </a:buClr>
              <a:defRPr lang="zh-CN" sz="1600"/>
            </a:lvl1pPr>
            <a:lvl2pPr>
              <a:buClr>
                <a:srgbClr val="73292A"/>
              </a:buClr>
              <a:defRPr lang="zh-CN" sz="1400"/>
            </a:lvl2pPr>
            <a:lvl3pPr>
              <a:buClr>
                <a:srgbClr val="73292A"/>
              </a:buClr>
              <a:defRPr lang="zh-CN" sz="1200"/>
            </a:lvl3pPr>
            <a:lvl4pPr>
              <a:buClr>
                <a:srgbClr val="73292A"/>
              </a:buClr>
              <a:defRPr lang="zh-CN" sz="1100"/>
            </a:lvl4pPr>
            <a:lvl5pPr>
              <a:buClr>
                <a:srgbClr val="73292A"/>
              </a:buClr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布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包含织物的图片&#10;&#10;说明已自动生成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长方形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8" name="图片 7" descr="包含花朵、植物的图片&#10;&#10;说明已自动生成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图片 9" descr="花的特写&#10;&#10;自动生成的可信度较低的说明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图片 11" descr="花的特写&#10;&#10;自动生成的可信度较低的说明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长方形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6" name="长方形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rtlCol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lang="zh-CN" sz="24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lang="zh-CN" sz="20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2pPr>
            <a:lvl3pPr algn="ctr">
              <a:defRPr lang="zh-CN" sz="16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3pPr>
            <a:lvl4pPr algn="ctr">
              <a:defRPr lang="zh-CN" sz="14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4pPr>
            <a:lvl5pPr algn="ctr">
              <a:defRPr lang="zh-CN" sz="1400"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0" name="长方形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1" name="图片 10" descr="包含软体动物、昆虫的图片&#10;&#10;说明已自动生成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长方形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6" name="长方形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7" name="图片 6" descr="包含软体动物、昆虫的图片&#10;&#10;说明已自动生成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zh-CN"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zh-CN" sz="3200"/>
            </a:lvl1pPr>
            <a:lvl2pPr>
              <a:defRPr lang="zh-CN" sz="2800"/>
            </a:lvl2pPr>
            <a:lvl3pPr>
              <a:defRPr lang="zh-CN" sz="2400"/>
            </a:lvl3pPr>
            <a:lvl4pPr>
              <a:defRPr lang="zh-CN" sz="2000"/>
            </a:lvl4pPr>
            <a:lvl5pPr>
              <a:defRPr lang="zh-CN" sz="2000"/>
            </a:lvl5pPr>
            <a:lvl6pPr>
              <a:defRPr lang="zh-CN" sz="2000"/>
            </a:lvl6pPr>
            <a:lvl7pPr>
              <a:defRPr lang="zh-CN" sz="2000"/>
            </a:lvl7pPr>
            <a:lvl8pPr>
              <a:defRPr lang="zh-CN" sz="2000"/>
            </a:lvl8pPr>
            <a:lvl9pPr>
              <a:defRPr lang="zh-CN" sz="2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zh-CN" sz="1600"/>
            </a:lvl1pPr>
            <a:lvl2pPr marL="457200" indent="0">
              <a:buNone/>
              <a:defRPr lang="zh-CN" sz="1400"/>
            </a:lvl2pPr>
            <a:lvl3pPr marL="914400" indent="0">
              <a:buNone/>
              <a:defRPr lang="zh-CN" sz="1200"/>
            </a:lvl3pPr>
            <a:lvl4pPr marL="1371600" indent="0">
              <a:buNone/>
              <a:defRPr lang="zh-CN" sz="1000"/>
            </a:lvl4pPr>
            <a:lvl5pPr marL="1828800" indent="0">
              <a:buNone/>
              <a:defRPr lang="zh-CN" sz="1000"/>
            </a:lvl5pPr>
            <a:lvl6pPr marL="2286000" indent="0">
              <a:buNone/>
              <a:defRPr lang="zh-CN" sz="1000"/>
            </a:lvl6pPr>
            <a:lvl7pPr marL="2743200" indent="0">
              <a:buNone/>
              <a:defRPr lang="zh-CN" sz="1000"/>
            </a:lvl7pPr>
            <a:lvl8pPr marL="3200400" indent="0">
              <a:buNone/>
              <a:defRPr lang="zh-CN" sz="1000"/>
            </a:lvl8pPr>
            <a:lvl9pPr marL="3657600" indent="0">
              <a:buNone/>
              <a:defRPr lang="zh-CN"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zh-CN"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zh-CN" sz="3200"/>
            </a:lvl1pPr>
            <a:lvl2pPr marL="457200" indent="0">
              <a:buNone/>
              <a:defRPr lang="zh-CN" sz="2800"/>
            </a:lvl2pPr>
            <a:lvl3pPr marL="914400" indent="0">
              <a:buNone/>
              <a:defRPr lang="zh-CN" sz="2400"/>
            </a:lvl3pPr>
            <a:lvl4pPr marL="1371600" indent="0">
              <a:buNone/>
              <a:defRPr lang="zh-CN" sz="2000"/>
            </a:lvl4pPr>
            <a:lvl5pPr marL="1828800" indent="0">
              <a:buNone/>
              <a:defRPr lang="zh-CN" sz="2000"/>
            </a:lvl5pPr>
            <a:lvl6pPr marL="2286000" indent="0">
              <a:buNone/>
              <a:defRPr lang="zh-CN" sz="2000"/>
            </a:lvl6pPr>
            <a:lvl7pPr marL="2743200" indent="0">
              <a:buNone/>
              <a:defRPr lang="zh-CN" sz="2000"/>
            </a:lvl7pPr>
            <a:lvl8pPr marL="3200400" indent="0">
              <a:buNone/>
              <a:defRPr lang="zh-CN" sz="2000"/>
            </a:lvl8pPr>
            <a:lvl9pPr marL="3657600" indent="0">
              <a:buNone/>
              <a:defRPr lang="zh-CN" sz="2000"/>
            </a:lvl9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zh-CN" sz="1600"/>
            </a:lvl1pPr>
            <a:lvl2pPr marL="457200" indent="0">
              <a:buNone/>
              <a:defRPr lang="zh-CN" sz="1400"/>
            </a:lvl2pPr>
            <a:lvl3pPr marL="914400" indent="0">
              <a:buNone/>
              <a:defRPr lang="zh-CN" sz="1200"/>
            </a:lvl3pPr>
            <a:lvl4pPr marL="1371600" indent="0">
              <a:buNone/>
              <a:defRPr lang="zh-CN" sz="1000"/>
            </a:lvl4pPr>
            <a:lvl5pPr marL="1828800" indent="0">
              <a:buNone/>
              <a:defRPr lang="zh-CN" sz="1000"/>
            </a:lvl5pPr>
            <a:lvl6pPr marL="2286000" indent="0">
              <a:buNone/>
              <a:defRPr lang="zh-CN" sz="1000"/>
            </a:lvl6pPr>
            <a:lvl7pPr marL="2743200" indent="0">
              <a:buNone/>
              <a:defRPr lang="zh-CN" sz="1000"/>
            </a:lvl7pPr>
            <a:lvl8pPr marL="3200400" indent="0">
              <a:buNone/>
              <a:defRPr lang="zh-CN" sz="1000"/>
            </a:lvl8pPr>
            <a:lvl9pPr marL="3657600" indent="0">
              <a:buNone/>
              <a:defRPr lang="zh-CN"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/>
                </a:solidFill>
                <a:latin typeface="Microsoft YaHei UI Light" panose="020F0302020204030204" pitchFamily="34" charset="0"/>
                <a:ea typeface="Microsoft YaHei UI Light"/>
                <a:cs typeface="Gill Sans Nova Light" panose="020F0302020204030204" pitchFamily="34" charset="0"/>
              </a:defRPr>
            </a:lvl1pPr>
          </a:lstStyle>
          <a:p>
            <a:pPr rtl="0"/>
            <a:fld id="{294A09A9-5501-47C1-A89A-A340965A2BE2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accent3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lang="zh-CN" sz="2800" kern="1200">
          <a:solidFill>
            <a:schemeClr val="accent3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2400" kern="1200">
          <a:solidFill>
            <a:schemeClr val="accent3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2000" kern="1200">
          <a:solidFill>
            <a:schemeClr val="accent3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1800" kern="1200">
          <a:solidFill>
            <a:schemeClr val="accent3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1800" kern="1200">
          <a:solidFill>
            <a:schemeClr val="accent3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3050140"/>
            <a:ext cx="6693408" cy="1088136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 dirty="0"/>
              <a:t>ECE401 Final RC</a:t>
            </a:r>
            <a:br>
              <a:rPr lang="en-US" altLang="zh-CN" dirty="0"/>
            </a:br>
            <a:r>
              <a:rPr lang="en-US" altLang="zh-CN" dirty="0"/>
              <a:t>statistics</a:t>
            </a:r>
            <a:endParaRPr lang="zh-CN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6260E8-21BF-1371-4767-5E86248A7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4488398"/>
            <a:ext cx="2999232" cy="438912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 dirty="0" err="1"/>
              <a:t>Zimeng</a:t>
            </a:r>
            <a:r>
              <a:rPr lang="en-US" altLang="zh-CN" dirty="0"/>
              <a:t> Mao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 dirty="0">
                <a:latin typeface="Microsoft YaHei UI" panose="02020602080505020303" pitchFamily="18" charset="77"/>
                <a:ea typeface="Microsoft YaHei UI"/>
                <a:cs typeface="Calibri Light"/>
              </a:rPr>
              <a:t>Overview</a:t>
            </a:r>
            <a:endParaRPr lang="zh-CN" dirty="0">
              <a:solidFill>
                <a:schemeClr val="accent3"/>
              </a:solidFill>
              <a:latin typeface="Microsoft YaHei UI" panose="02020602080505020303" pitchFamily="18" charset="77"/>
              <a:ea typeface="Microsoft YaHei UI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A</a:t>
            </a:r>
          </a:p>
        </p:txBody>
      </p:sp>
      <p:pic>
        <p:nvPicPr>
          <p:cNvPr id="10" name="图片 9" descr="花叶主题色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654192" y="3058939"/>
            <a:ext cx="1243661" cy="790090"/>
          </a:xfrm>
          <a:prstGeom prst="rect">
            <a:avLst/>
          </a:prstGeom>
        </p:spPr>
      </p:pic>
      <p:pic>
        <p:nvPicPr>
          <p:cNvPr id="1929" name="图片 1928" descr="花叶主题色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60" y="2342954"/>
            <a:ext cx="1791038" cy="2033695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10664" y="2139323"/>
            <a:ext cx="3478143" cy="2237326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zh-CN"/>
            </a:defPPr>
          </a:lstStyle>
          <a:p>
            <a:r>
              <a:rPr lang="en-US" altLang="zh-CN" sz="1800" dirty="0">
                <a:latin typeface="Microsoft YaHei UI Light" panose="020B0302020104020203" pitchFamily="34" charset="0"/>
                <a:cs typeface="Calibri"/>
              </a:rPr>
              <a:t>Comparison of Two Variances</a:t>
            </a:r>
            <a:endParaRPr lang="en-US" altLang="zh-CN" sz="1800" dirty="0">
              <a:solidFill>
                <a:schemeClr val="accent3"/>
              </a:solidFill>
              <a:latin typeface="Microsoft YaHei UI Light" panose="020B0302020104020203" pitchFamily="34" charset="0"/>
              <a:ea typeface="Microsoft YaHei UI Light"/>
              <a:cs typeface="Calibri"/>
            </a:endParaRPr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accent3"/>
                </a:solidFill>
                <a:latin typeface="Microsoft YaHei UI Light" panose="020B0302020104020203" pitchFamily="34" charset="0"/>
                <a:ea typeface="Microsoft YaHei UI Light"/>
                <a:cs typeface="Calibri"/>
              </a:rPr>
              <a:t>Non-Parametric Comparisons</a:t>
            </a:r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accent3"/>
                </a:solidFill>
                <a:latin typeface="Microsoft YaHei UI Light" panose="020B0302020104020203" pitchFamily="34" charset="0"/>
                <a:ea typeface="Microsoft YaHei UI Light"/>
                <a:cs typeface="Calibri"/>
              </a:rPr>
              <a:t>Paired Tests and correlations</a:t>
            </a:r>
          </a:p>
          <a:p>
            <a:pPr marL="0" indent="0" rtl="0">
              <a:lnSpc>
                <a:spcPct val="150000"/>
              </a:lnSpc>
              <a:buNone/>
            </a:pPr>
            <a:r>
              <a:rPr lang="en-US" altLang="zh-CN" sz="1800" dirty="0">
                <a:latin typeface="Microsoft YaHei UI Light" panose="020B0302020104020203" pitchFamily="34" charset="0"/>
                <a:ea typeface="Microsoft YaHei UI Light"/>
                <a:cs typeface="Calibri"/>
              </a:rPr>
              <a:t>Categorical Data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947406-5839-A735-732D-5690E631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演示文稿标题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zh-CN" smtClean="0"/>
              <a:t>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85952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3FFC-9460-DC58-2565-34FCB920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C226ED-4994-6DF9-4FA3-B754B5C8FA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2FA59F-5971-9846-317B-7071027171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3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5B83BF-8B2F-37E1-6EF5-46CC1FA1D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2" y="1334178"/>
            <a:ext cx="7236125" cy="37238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F0DD4B-E948-6879-6A0E-041F9919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568" y="533494"/>
            <a:ext cx="2561832" cy="34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6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5683-1E82-4AC3-FB52-E5108312E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4CE38D-3740-2548-95DA-6DA63345A9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6F1F4D-65AE-EC43-76DB-F9332A4519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4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0F541A-EA5B-C838-670B-3FE37A4F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60" y="1707440"/>
            <a:ext cx="5438279" cy="32694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84F0A0-F58A-4671-1C94-17E2E4F2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220" y="1332272"/>
            <a:ext cx="4568920" cy="307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027ADE4-B2F4-728B-68FE-2E9206B55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799" y="2645430"/>
            <a:ext cx="4047809" cy="240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9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35D3A7-EC2C-E454-F771-6DC237968E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53C3F0-987A-BBE3-7C0F-4777B02168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5</a:t>
            </a:fld>
            <a:endParaRPr 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AF042E-1AFE-9D55-354B-D11896589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173" y="1665989"/>
            <a:ext cx="8023654" cy="182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0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035A-75F4-FEAC-5F00-AFE2E9415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F1093E-1E9C-8925-38ED-404E42FF6A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445E1D-8FDE-D50F-7BD7-B9F86CA7F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6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BAF9FD-ECBF-279C-C326-B4D5F52B6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66"/>
          <a:stretch/>
        </p:blipFill>
        <p:spPr>
          <a:xfrm>
            <a:off x="1619536" y="279071"/>
            <a:ext cx="4620997" cy="24914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378AC8-7F88-018B-AA59-83FE249A9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25"/>
          <a:stretch/>
        </p:blipFill>
        <p:spPr>
          <a:xfrm>
            <a:off x="6159688" y="0"/>
            <a:ext cx="4412776" cy="28235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2E2ECB-3BF2-0E20-3B8A-F8A389C21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710" y="1"/>
            <a:ext cx="3695685" cy="2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5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3481-47EE-FB12-6D21-905D4B07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8A67E8-DAB1-2475-4996-60607C6633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451CCB-361A-A815-10E5-CBECB067D7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7</a:t>
            </a:fld>
            <a:endParaRPr 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280B71-5C19-8E69-601A-13EE8BD2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914" y="1817843"/>
            <a:ext cx="8592436" cy="15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8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21F0A8-6A08-2CED-CD90-5374FA5084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A6A851-BE8B-1631-F3E8-BAA064C43F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8</a:t>
            </a:fld>
            <a:endParaRPr 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1AA2E2-CD51-2A97-461A-E140FF5C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498" y="1932034"/>
            <a:ext cx="4251279" cy="20718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C382D2E-DC5E-43A5-6081-5300602EC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777" y="1932034"/>
            <a:ext cx="4399128" cy="225493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A67B0D3-5942-4C91-7CBA-D6A35735A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498" y="1465819"/>
            <a:ext cx="1964662" cy="26618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9F278CE-8007-B55D-BB86-B2B230482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29257"/>
            <a:ext cx="3799628" cy="30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38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BEF595-264D-771A-7D3A-682504144F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CEAB7-4827-392F-99DE-C526091E3C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9</a:t>
            </a:fld>
            <a:endParaRPr 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C7A612-87ED-0E82-55B0-328B3F65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43" y="1019058"/>
            <a:ext cx="3185110" cy="2706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7408B1-293C-8574-D38C-DCDBA9DE7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692" y="1436087"/>
            <a:ext cx="4159451" cy="22351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1A802AE-6C5A-2BE5-9AAF-A3E8BD388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158" y="1374672"/>
            <a:ext cx="4506179" cy="275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9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5E5554-F8FC-82D4-A2E9-E626A3EBBE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10EA7-B219-20DA-1274-2BAD595996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10</a:t>
            </a:fld>
            <a:endParaRPr 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E5853B-78EF-A20E-60E5-D6CA7696C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088" y="1380573"/>
            <a:ext cx="8763823" cy="377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BA5D-C914-1046-852B-32227F02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B14BDA-9F91-F0D7-B386-2CA207215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49A46C-5C25-4DFB-D635-AD07F40E61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11</a:t>
            </a:fld>
            <a:endParaRPr lang="zh-CN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8C8CE99-FFF3-17F8-1D71-0C0F7F190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45553"/>
              </p:ext>
            </p:extLst>
          </p:nvPr>
        </p:nvGraphicFramePr>
        <p:xfrm>
          <a:off x="1785937" y="1548341"/>
          <a:ext cx="8620125" cy="336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913">
                  <a:extLst>
                    <a:ext uri="{9D8B030D-6E8A-4147-A177-3AD203B41FA5}">
                      <a16:colId xmlns:a16="http://schemas.microsoft.com/office/drawing/2014/main" val="1196117580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27540466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965402476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48891424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800583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Sample Type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Data Distribution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Variance Assumption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Recommended Test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Also Known As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extLst>
                  <a:ext uri="{0D108BD9-81ED-4DB2-BD59-A6C34878D82A}">
                    <a16:rowId xmlns:a16="http://schemas.microsoft.com/office/drawing/2014/main" val="404475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Independent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Normal (or approx.)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Equal (homogeneous)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Student’s t-test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Pooled t-test</a:t>
                      </a: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(pooled variance)</a:t>
                      </a: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4084965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Independent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Normal (or approx.)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Unequal (heterogeneous)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Welch’s t-test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Satterthwaite t-test (unpooled variance)</a:t>
                      </a: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4269497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Independent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Non‑normal / Skewed / Small n / Ordinal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Not required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Wilcoxon Rank-Sum Test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Mann‑Whitney U test</a:t>
                      </a: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38667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Paired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Differences normal (or approx.)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Not applicable (paired design)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Paired t-test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Dependent t-test</a:t>
                      </a: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73799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Paired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Differences non‑normal / Skewed / Small n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Not applicable</a:t>
                      </a: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Wilcoxon Signed‑Rank Test</a:t>
                      </a:r>
                      <a:endParaRPr lang="zh-CN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2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Paired signed‑rank test</a:t>
                      </a: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339288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541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7CC5-CC5E-BB46-D839-8F6423BC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571BC7-C8FC-1750-8A6B-737802BDE5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C0B362-1770-50F7-601C-A878DB4657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12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61FD38-40A9-1567-CE98-6F3E30C57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60" y="1416459"/>
            <a:ext cx="8262280" cy="269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5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A3738F-443C-3EA8-BE78-72C549FCA3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F2EB59-EB58-B470-F285-127A875A98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13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2DD34D-C7F8-9B83-314A-E03BAF5B1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392" y="1279732"/>
            <a:ext cx="4624316" cy="13847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C5E544-2E84-06DD-2885-B246D3A6B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89" y="563142"/>
            <a:ext cx="2176645" cy="3589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FB982E1-8C55-F05B-4784-553CD091F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245" y="2826474"/>
            <a:ext cx="4680181" cy="15000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C41C67-EC91-120D-D8DC-ADA52CF3A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573" y="1279732"/>
            <a:ext cx="4239182" cy="15968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3E132A8-F534-464E-CF61-0B46FC7DE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26" y="3012745"/>
            <a:ext cx="4038503" cy="11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09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11D0B8-B401-7255-B9FC-E8E4694252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B60D6E-6E5E-E199-22E4-A0B948E3C6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14</a:t>
            </a:fld>
            <a:endParaRPr 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768EF7-36A6-BAF3-94DF-1B4AB24B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16" y="1327860"/>
            <a:ext cx="5080685" cy="12448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2663E79-112A-7797-1941-A9BB2FA0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916" y="2686479"/>
            <a:ext cx="3771606" cy="10124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E114DC1-5568-3FC7-67DE-510CD1CED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485" y="1562223"/>
            <a:ext cx="4242520" cy="92011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3D9BE9B-907E-0761-9F67-9B3D604B2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351" y="3751529"/>
            <a:ext cx="4668038" cy="39020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50D2E3F-C5E7-6738-660B-314558374E52}"/>
              </a:ext>
            </a:extLst>
          </p:cNvPr>
          <p:cNvSpPr/>
          <p:nvPr/>
        </p:nvSpPr>
        <p:spPr>
          <a:xfrm>
            <a:off x="4343400" y="3751529"/>
            <a:ext cx="387350" cy="223571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24A407-6A6F-7B54-7F20-3CE8EE3C6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543" y="4345883"/>
            <a:ext cx="1700439" cy="244345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AE8825F-3242-8DA0-CF01-5A5C13A16D67}"/>
              </a:ext>
            </a:extLst>
          </p:cNvPr>
          <p:cNvCxnSpPr/>
          <p:nvPr/>
        </p:nvCxnSpPr>
        <p:spPr>
          <a:xfrm>
            <a:off x="4413250" y="3975100"/>
            <a:ext cx="0" cy="39155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1502EEA6-A64C-8B1E-C78D-D60E757FE2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529" y="2462719"/>
            <a:ext cx="3298038" cy="88869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E587E7D-D34A-AE8C-7920-EED42ED46D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7369" y="3467197"/>
            <a:ext cx="4565901" cy="23168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83CA1DB-278D-8C69-EB56-422CAE884C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6901" y="3678195"/>
            <a:ext cx="3483687" cy="101240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420F16F-1352-8603-B388-4F388ADFEF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389" y="4776273"/>
            <a:ext cx="2332481" cy="20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9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1B3B-3B7B-FC2F-E5B7-1B89B6A0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862D58-923C-A98A-4A0B-5BC41D2853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34AC04-26EF-42AE-6199-98CFD2566F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15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95171F-600A-2488-10ED-7B4EE2DAA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32" y="0"/>
            <a:ext cx="4412568" cy="24960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6A8AB0-7A2D-21D1-DA3B-0B160FEC8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615508" cy="27102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9DF3B6-1FC0-0AEF-9F40-28D560300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976" y="2636108"/>
            <a:ext cx="3837146" cy="24960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DEED419-9C31-8630-7747-301CF5723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10" y="2710249"/>
            <a:ext cx="3587949" cy="240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7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80BED-3FEB-86BC-E7CB-B3FE4CB2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F2664B-3183-D3A1-8DAF-82F88A693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000A5-646D-521C-D2C5-0D70BF048E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16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E65ED5-BCA6-0C30-1799-185461EE1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329" y="1328941"/>
            <a:ext cx="7689342" cy="373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42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E44E-65E7-3A45-5D4A-15F8DA96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B99A89-71AF-42C3-62A1-58E9B738EA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BC6CC-EB9E-6D41-C88D-E531CAFBB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pPr rtl="0"/>
              <a:t>17</a:t>
            </a:fld>
            <a:endParaRPr 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9DC72F-29F4-0799-12D0-926404700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707" y="1435376"/>
            <a:ext cx="8217686" cy="25174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6B0850-4A55-68D4-371D-61C06B0A3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50" y="2554095"/>
            <a:ext cx="3920890" cy="20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9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 dirty="0"/>
              <a:t>Reference</a:t>
            </a:r>
            <a:endParaRPr lang="zh-CN" dirty="0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FAA80863-7DDD-E33E-7C2A-C806622CE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F</a:t>
            </a:r>
          </a:p>
        </p:txBody>
      </p:sp>
      <p:pic>
        <p:nvPicPr>
          <p:cNvPr id="10" name="图片 9" descr="花叶主题色">
            <a:extLst>
              <a:ext uri="{FF2B5EF4-FFF2-40B4-BE49-F238E27FC236}">
                <a16:creationId xmlns:a16="http://schemas.microsoft.com/office/drawing/2014/main" id="{1CABBF9A-AC19-48D9-D218-D09928CE1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0394" y="3301247"/>
            <a:ext cx="1250823" cy="794641"/>
          </a:xfrm>
          <a:prstGeom prst="rect">
            <a:avLst/>
          </a:prstGeo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258079"/>
            <a:ext cx="5169408" cy="2453963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b="1" dirty="0"/>
              <a:t>VE401 Slide, Horst</a:t>
            </a:r>
          </a:p>
          <a:p>
            <a:pPr rtl="0"/>
            <a:r>
              <a:rPr lang="en-US" altLang="zh-CN" b="1" dirty="0"/>
              <a:t>Final_RC_Part2, Tianyi Jiang</a:t>
            </a:r>
          </a:p>
          <a:p>
            <a:pPr rtl="0"/>
            <a:r>
              <a:rPr lang="en-US" altLang="zh-CN" b="1" dirty="0"/>
              <a:t>Final_part3_Linda, Linda Wei</a:t>
            </a:r>
          </a:p>
          <a:p>
            <a:pPr rtl="0"/>
            <a:r>
              <a:rPr lang="en-US" altLang="zh-CN" b="1" dirty="0"/>
              <a:t>VE401_RC_topics_2021, Horst</a:t>
            </a:r>
          </a:p>
          <a:p>
            <a:pPr rtl="0"/>
            <a:r>
              <a:rPr lang="en-US" altLang="zh-CN" b="1" dirty="0"/>
              <a:t>Sheng, Z., Xie, S., &amp; Pan, C. (2018). Probability Theory and Mathematical Statistics (5th ed.). Zhejiang University Press.</a:t>
            </a:r>
            <a:endParaRPr lang="zh-CN" altLang="zh-CN" b="1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486CE65B-C283-8A90-DF86-161AC356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</a:p>
        </p:txBody>
      </p:sp>
      <p:sp>
        <p:nvSpPr>
          <p:cNvPr id="9" name="灯片编号占位符 7">
            <a:extLst>
              <a:ext uri="{FF2B5EF4-FFF2-40B4-BE49-F238E27FC236}">
                <a16:creationId xmlns:a16="http://schemas.microsoft.com/office/drawing/2014/main" id="{FEDDE84F-33A7-1FC6-0912-6F42974F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pPr rtl="0"/>
              <a:t>18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8561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Microsoft YaHei UI"/>
        <a:ea typeface="Microsoft YaHei UI"/>
        <a:cs typeface=""/>
      </a:majorFont>
      <a:minorFont>
        <a:latin typeface="Microsoft YaHei UI Light"/>
        <a:ea typeface="Microsoft YaHei U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770855_TF56410444_Win32" id="{A4D9143D-2DD8-4C57-9D80-ED5B7B13DA5D}" vid="{0CBF3EE4-A473-447D-B4ED-E95D27661FA7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{3149D001-076C-4041-8C50-92A09C8994C3}tf56410444_win32</Template>
  <TotalTime>51171</TotalTime>
  <Words>277</Words>
  <Application>Microsoft Office PowerPoint</Application>
  <PresentationFormat>宽屏</PresentationFormat>
  <Paragraphs>82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 UI</vt:lpstr>
      <vt:lpstr>Microsoft YaHei UI Light</vt:lpstr>
      <vt:lpstr>quote-cjk-patch</vt:lpstr>
      <vt:lpstr>Arial</vt:lpstr>
      <vt:lpstr>Office 主题</vt:lpstr>
      <vt:lpstr>ECE401 Final RC statistics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8617317823696</dc:creator>
  <cp:lastModifiedBy>meng gaombj</cp:lastModifiedBy>
  <cp:revision>365</cp:revision>
  <dcterms:created xsi:type="dcterms:W3CDTF">2024-06-20T10:57:52Z</dcterms:created>
  <dcterms:modified xsi:type="dcterms:W3CDTF">2026-07-31T10:51:10Z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